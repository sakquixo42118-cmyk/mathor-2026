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A3F6B-D10C-F4C3-985A-E9149605C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55A609-D7FB-D977-7D6B-77EA50BE7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10BFA0-B364-C5AA-FCBB-8C7811B9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E9D6A-6E29-0221-EA9F-69A2FAD4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4E2BAB-8935-EA58-4B38-77CEA002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49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CA8F5-2F0D-AF4B-C426-29FE8E6D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AFE58-1D0F-E4CD-E7C1-D1845C0AD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9E86F-E77D-922D-04CF-603498B9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7C3DF9-5ACA-9026-C3AE-05C31003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BDC6F4-21BD-5368-5994-2AC4F1AE6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87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D8B184-554B-CD8A-9A27-53A614D9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2263F5-9FC0-9515-6879-FD5E7C9DE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931725-5DA4-82B0-BE58-0626199B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1F8385-0B27-14D5-0094-63CE009D7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F86BA-853B-5633-407F-D0E6F856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686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00D7E-78CF-1AD4-D3C5-979B6604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780EFD-AFB6-5C91-346D-E7EC6FD1C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D72A27-66CD-5010-3A76-1EAFB11C3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81A1CF-7A2F-1EA8-580A-A05B659D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7D0A38-E463-50D7-9476-DD032E64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3691ED-EAD7-D922-0DC0-F309569A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5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2A37C-C9E9-4F25-761D-06E43AC3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F400F8-580F-B6D4-1AF9-289D5B306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841915-0235-42C7-989B-52E96A193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ADDB73-5C69-F6A8-8020-9A99522E9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CF1B83-85B1-3608-BD22-F7CA68EF0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CBDBAB-4B08-25D6-54B3-0BAD4563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9ACFC-71E5-532A-C8D5-80B769F7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88DA52D-E01B-0E99-9A93-253D30D4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47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E6651-02A0-1A65-2EA7-3FDE6F83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C59662-11E6-1BDF-62FB-7995F5F2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8B4DCE-8C05-2DE4-B58B-9EAE15CB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960FDE-74B4-7631-DA0A-4F0862D5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81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C952E-19D0-72F9-837C-DCA02D1AD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56DC16-BD4E-DABA-65C5-A7DE037C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4FA8E-AC70-80C1-2065-0CB03897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00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4A5E2-28D8-D225-B934-53801A6C8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3E8C1-5ECD-376A-2F67-1854433FA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981220-72AB-F676-79B5-3FA22F9A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599207-AEB2-C531-648D-84D6941A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0F28A1-419C-36D9-8090-573B608A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92AB72-CD25-E4F5-09A9-DB4629811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3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7314A-5DF2-A326-EC06-D8B0C0E5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CACB91-AB8A-D1F8-CCF7-6B96A3932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E111A6-74DB-C529-E2BC-8502BCBFE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810F4B-096D-22AD-0B94-584FD547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A93A3D-36D7-4320-E116-74F46992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951788-A957-15C7-BE39-493C5A50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3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92E21-9F62-F1DB-7D6E-A9FDF979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DE255A-180E-C7C2-19EB-EA9C3EDE8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A3677-CB8A-AEE1-E7E4-2EE6D2A7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26474-FA59-4AB5-033F-C51EDF66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8384D5-0B41-93C2-032A-170201B8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18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37581E-4EE3-629C-BFFB-C4B3E66AE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5AF52A-CAAC-5197-714B-1835B1DD1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EB4E9B-4452-C0AF-B6F1-E53679A6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3BAA5-9AA4-AE0B-9104-62F4C99C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5FD373-72AE-3F67-EB85-FCF6CB4A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27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7290E6-760A-40D7-F30E-FB574C43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1F83D-7346-B3C5-BAAA-5CAEFCE96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F8EA36-E06B-CA67-DD51-6C266AAD3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F3355-62BE-4D3A-B850-9CB6D59C068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FC1D8-4519-3E96-8EBA-BB4FC5560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69DDAC-6FA5-4358-4BD8-B3425EF44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F61CC-61EF-4B69-8DA7-4AD5941EE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87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3AE44946-331D-C32C-86E9-E3399D00079A}"/>
              </a:ext>
            </a:extLst>
          </p:cNvPr>
          <p:cNvSpPr/>
          <p:nvPr/>
        </p:nvSpPr>
        <p:spPr>
          <a:xfrm>
            <a:off x="1625404" y="1349555"/>
            <a:ext cx="3245371" cy="929390"/>
          </a:xfrm>
          <a:prstGeom prst="chevron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逐月动态决策</a:t>
            </a: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20B551A4-3F73-F563-5594-5370D46157D7}"/>
              </a:ext>
            </a:extLst>
          </p:cNvPr>
          <p:cNvSpPr/>
          <p:nvPr/>
        </p:nvSpPr>
        <p:spPr>
          <a:xfrm>
            <a:off x="4461043" y="1349555"/>
            <a:ext cx="3245371" cy="929390"/>
          </a:xfrm>
          <a:prstGeom prst="chevron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构建帕累托前沿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82A92739-52C7-E83C-D402-0280142E8AE3}"/>
              </a:ext>
            </a:extLst>
          </p:cNvPr>
          <p:cNvSpPr/>
          <p:nvPr/>
        </p:nvSpPr>
        <p:spPr>
          <a:xfrm>
            <a:off x="7296682" y="1349555"/>
            <a:ext cx="3245371" cy="929390"/>
          </a:xfrm>
          <a:prstGeom prst="chevron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分层统计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C731B24-20C5-7DD8-3A98-28BA9FB5F9C0}"/>
              </a:ext>
            </a:extLst>
          </p:cNvPr>
          <p:cNvGrpSpPr/>
          <p:nvPr/>
        </p:nvGrpSpPr>
        <p:grpSpPr>
          <a:xfrm>
            <a:off x="2020144" y="2488808"/>
            <a:ext cx="2455889" cy="2668249"/>
            <a:chOff x="1706379" y="3080479"/>
            <a:chExt cx="2455889" cy="2668249"/>
          </a:xfrm>
        </p:grpSpPr>
        <p:sp>
          <p:nvSpPr>
            <p:cNvPr id="7" name="流程图: 可选过程 6">
              <a:extLst>
                <a:ext uri="{FF2B5EF4-FFF2-40B4-BE49-F238E27FC236}">
                  <a16:creationId xmlns:a16="http://schemas.microsoft.com/office/drawing/2014/main" id="{E9D6920C-372E-EDD4-6570-9863F5DE5C59}"/>
                </a:ext>
              </a:extLst>
            </p:cNvPr>
            <p:cNvSpPr/>
            <p:nvPr/>
          </p:nvSpPr>
          <p:spPr>
            <a:xfrm>
              <a:off x="1706379" y="3080479"/>
              <a:ext cx="2455889" cy="2668249"/>
            </a:xfrm>
            <a:prstGeom prst="flowChartAlternateProcess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流程图: 可选过程 8">
              <a:extLst>
                <a:ext uri="{FF2B5EF4-FFF2-40B4-BE49-F238E27FC236}">
                  <a16:creationId xmlns:a16="http://schemas.microsoft.com/office/drawing/2014/main" id="{C82B6788-4FC3-83A2-AC81-D34BBD53D4DC}"/>
                </a:ext>
              </a:extLst>
            </p:cNvPr>
            <p:cNvSpPr/>
            <p:nvPr/>
          </p:nvSpPr>
          <p:spPr>
            <a:xfrm>
              <a:off x="2049903" y="3350301"/>
              <a:ext cx="1768839" cy="562131"/>
            </a:xfrm>
            <a:prstGeom prst="flowChartAlternateProcess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状态扩展</a:t>
              </a:r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90F796DC-6B36-9171-F490-72251AE1AC19}"/>
                </a:ext>
              </a:extLst>
            </p:cNvPr>
            <p:cNvSpPr/>
            <p:nvPr/>
          </p:nvSpPr>
          <p:spPr>
            <a:xfrm>
              <a:off x="2795666" y="4092313"/>
              <a:ext cx="284813" cy="427220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流程图: 可选过程 10">
              <a:extLst>
                <a:ext uri="{FF2B5EF4-FFF2-40B4-BE49-F238E27FC236}">
                  <a16:creationId xmlns:a16="http://schemas.microsoft.com/office/drawing/2014/main" id="{65F02602-BDE1-852D-C3D5-92567A65F71A}"/>
                </a:ext>
              </a:extLst>
            </p:cNvPr>
            <p:cNvSpPr/>
            <p:nvPr/>
          </p:nvSpPr>
          <p:spPr>
            <a:xfrm>
              <a:off x="2049903" y="4699414"/>
              <a:ext cx="1768839" cy="562131"/>
            </a:xfrm>
            <a:prstGeom prst="flowChartAlternateProcess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内状态压缩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B949EF1-7A3B-3962-D727-9B1FE5E04D6F}"/>
              </a:ext>
            </a:extLst>
          </p:cNvPr>
          <p:cNvGrpSpPr/>
          <p:nvPr/>
        </p:nvGrpSpPr>
        <p:grpSpPr>
          <a:xfrm>
            <a:off x="4855783" y="2488807"/>
            <a:ext cx="2455889" cy="2668249"/>
            <a:chOff x="1706379" y="3080479"/>
            <a:chExt cx="2455889" cy="2668249"/>
          </a:xfrm>
        </p:grpSpPr>
        <p:sp>
          <p:nvSpPr>
            <p:cNvPr id="19" name="流程图: 可选过程 18">
              <a:extLst>
                <a:ext uri="{FF2B5EF4-FFF2-40B4-BE49-F238E27FC236}">
                  <a16:creationId xmlns:a16="http://schemas.microsoft.com/office/drawing/2014/main" id="{23F56370-C87D-D551-94F9-2D44E26AA0F3}"/>
                </a:ext>
              </a:extLst>
            </p:cNvPr>
            <p:cNvSpPr/>
            <p:nvPr/>
          </p:nvSpPr>
          <p:spPr>
            <a:xfrm>
              <a:off x="1706379" y="3080479"/>
              <a:ext cx="2455889" cy="2668249"/>
            </a:xfrm>
            <a:prstGeom prst="flowChartAlternateProcess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可选过程 19">
              <a:extLst>
                <a:ext uri="{FF2B5EF4-FFF2-40B4-BE49-F238E27FC236}">
                  <a16:creationId xmlns:a16="http://schemas.microsoft.com/office/drawing/2014/main" id="{0B5A39BD-EF65-A4B9-5DC0-EF118F64BB7D}"/>
                </a:ext>
              </a:extLst>
            </p:cNvPr>
            <p:cNvSpPr/>
            <p:nvPr/>
          </p:nvSpPr>
          <p:spPr>
            <a:xfrm>
              <a:off x="2049903" y="3350301"/>
              <a:ext cx="1768839" cy="562131"/>
            </a:xfrm>
            <a:prstGeom prst="flowChartAlternateProcess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终点非支配筛选</a:t>
              </a:r>
            </a:p>
          </p:txBody>
        </p:sp>
        <p:sp>
          <p:nvSpPr>
            <p:cNvPr id="21" name="箭头: 下 20">
              <a:extLst>
                <a:ext uri="{FF2B5EF4-FFF2-40B4-BE49-F238E27FC236}">
                  <a16:creationId xmlns:a16="http://schemas.microsoft.com/office/drawing/2014/main" id="{6CDFDF25-A81D-0F33-BCD0-95C7C932CD9B}"/>
                </a:ext>
              </a:extLst>
            </p:cNvPr>
            <p:cNvSpPr/>
            <p:nvPr/>
          </p:nvSpPr>
          <p:spPr>
            <a:xfrm>
              <a:off x="2795666" y="4092313"/>
              <a:ext cx="284813" cy="427220"/>
            </a:xfrm>
            <a:prstGeom prst="downArrow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流程图: 可选过程 21">
              <a:extLst>
                <a:ext uri="{FF2B5EF4-FFF2-40B4-BE49-F238E27FC236}">
                  <a16:creationId xmlns:a16="http://schemas.microsoft.com/office/drawing/2014/main" id="{838D5C15-D519-794E-BFB8-0D66BD03319D}"/>
                </a:ext>
              </a:extLst>
            </p:cNvPr>
            <p:cNvSpPr/>
            <p:nvPr/>
          </p:nvSpPr>
          <p:spPr>
            <a:xfrm>
              <a:off x="2049903" y="4699414"/>
              <a:ext cx="1768839" cy="562131"/>
            </a:xfrm>
            <a:prstGeom prst="flowChartAlternateProcess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提取代表性方案</a:t>
              </a:r>
            </a:p>
          </p:txBody>
        </p:sp>
      </p:grpSp>
      <p:sp>
        <p:nvSpPr>
          <p:cNvPr id="24" name="流程图: 可选过程 23">
            <a:extLst>
              <a:ext uri="{FF2B5EF4-FFF2-40B4-BE49-F238E27FC236}">
                <a16:creationId xmlns:a16="http://schemas.microsoft.com/office/drawing/2014/main" id="{3FD950FC-E767-73E8-EE6E-088F3124F63B}"/>
              </a:ext>
            </a:extLst>
          </p:cNvPr>
          <p:cNvSpPr/>
          <p:nvPr/>
        </p:nvSpPr>
        <p:spPr>
          <a:xfrm>
            <a:off x="7691422" y="2488806"/>
            <a:ext cx="2455889" cy="2668249"/>
          </a:xfrm>
          <a:prstGeom prst="flowChartAlternateProcess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可选过程 24">
            <a:extLst>
              <a:ext uri="{FF2B5EF4-FFF2-40B4-BE49-F238E27FC236}">
                <a16:creationId xmlns:a16="http://schemas.microsoft.com/office/drawing/2014/main" id="{FA8D08F2-9E85-8745-1FC3-813B63CD490A}"/>
              </a:ext>
            </a:extLst>
          </p:cNvPr>
          <p:cNvSpPr/>
          <p:nvPr/>
        </p:nvSpPr>
        <p:spPr>
          <a:xfrm>
            <a:off x="8124593" y="2758628"/>
            <a:ext cx="1593147" cy="483430"/>
          </a:xfrm>
          <a:prstGeom prst="flowChartAlternateProcess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</a:p>
        </p:txBody>
      </p:sp>
      <p:sp>
        <p:nvSpPr>
          <p:cNvPr id="43" name="流程图: 可选过程 42">
            <a:extLst>
              <a:ext uri="{FF2B5EF4-FFF2-40B4-BE49-F238E27FC236}">
                <a16:creationId xmlns:a16="http://schemas.microsoft.com/office/drawing/2014/main" id="{16AFF199-0DC1-B352-7EBD-3759B885D8A1}"/>
              </a:ext>
            </a:extLst>
          </p:cNvPr>
          <p:cNvSpPr/>
          <p:nvPr/>
        </p:nvSpPr>
        <p:spPr>
          <a:xfrm>
            <a:off x="8124593" y="3581215"/>
            <a:ext cx="1593147" cy="483430"/>
          </a:xfrm>
          <a:prstGeom prst="flowChartAlternateProcess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活动能力</a:t>
            </a:r>
          </a:p>
        </p:txBody>
      </p:sp>
      <p:sp>
        <p:nvSpPr>
          <p:cNvPr id="44" name="流程图: 可选过程 43">
            <a:extLst>
              <a:ext uri="{FF2B5EF4-FFF2-40B4-BE49-F238E27FC236}">
                <a16:creationId xmlns:a16="http://schemas.microsoft.com/office/drawing/2014/main" id="{3CDAE006-37C3-59CA-8953-10A9E03282A6}"/>
              </a:ext>
            </a:extLst>
          </p:cNvPr>
          <p:cNvSpPr/>
          <p:nvPr/>
        </p:nvSpPr>
        <p:spPr>
          <a:xfrm>
            <a:off x="8133556" y="4369135"/>
            <a:ext cx="1593147" cy="483430"/>
          </a:xfrm>
          <a:prstGeom prst="flowChartAlternateProcess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初始痰湿积分</a:t>
            </a:r>
          </a:p>
        </p:txBody>
      </p:sp>
    </p:spTree>
    <p:extLst>
      <p:ext uri="{BB962C8B-B14F-4D97-AF65-F5344CB8AC3E}">
        <p14:creationId xmlns:p14="http://schemas.microsoft.com/office/powerpoint/2010/main" val="1734533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ADE56FD0EAEF82B1AEF213BC6CDDFF28CCA4604F9F4EC91D8408DEDE44922112" val="[{&quot;GradientColorId&quot;:&quot;&quot;,&quot;IsFree&quot;:true,&quot;IsGradient&quot;:false,&quot;ImagePath&quot;:&quot;&quot;,&quot;GradientColor&quot;:null,&quot;SimpleColor&quot;:&quot;#215F9A&quot;},{&quot;GradientColorId&quot;:&quot;&quot;,&quot;IsFree&quot;:true,&quot;IsGradient&quot;:false,&quot;ImagePath&quot;:&quot;&quot;,&quot;GradientColor&quot;:null,&quot;SimpleColor&quot;:&quot;#A6CAEC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浩宇 王</dc:creator>
  <cp:lastModifiedBy>浩宇 王</cp:lastModifiedBy>
  <cp:revision>4</cp:revision>
  <dcterms:created xsi:type="dcterms:W3CDTF">2026-04-20T02:52:05Z</dcterms:created>
  <dcterms:modified xsi:type="dcterms:W3CDTF">2026-04-20T03:09:45Z</dcterms:modified>
</cp:coreProperties>
</file>